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0A04-CD63-4D51-EC21-4E58ADD6C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AA46FC-8BDA-F909-544B-C1146C54F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EC1CA-D7F6-A766-9B47-4812F5317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BAA6-B527-46E9-AC32-996DB4857AAA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42AA9-5B99-A996-C87F-24BECB5E1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F0DBE-B599-1C1B-A87B-68466B33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DB7D2-C31B-4496-806C-9C1C5A3639E5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EC581BA-692A-EDB1-A572-55D6F05188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210050" cy="99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96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4506-CB8F-AD79-CF23-2AD98B4F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09B7A-940F-A066-EE97-5E517784E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516A6-435D-B0C0-7D8F-1638E95DC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BAA6-B527-46E9-AC32-996DB4857AAA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1E4C5-7018-3F5E-05EB-4716C4858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6EFD2-CC11-17F1-7858-41885909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DB7D2-C31B-4496-806C-9C1C5A3639E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C82F435-7D2F-1BB7-E63B-E7960DF203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5" y="28417"/>
            <a:ext cx="2286000" cy="53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1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A316A-A17D-377E-E17B-308A5823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61091-3969-BEB8-67FB-146DA0229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0985E-444A-E1C8-93B1-E0145A40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BAA6-B527-46E9-AC32-996DB4857AAA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1770A-E3D7-28B7-D314-6C9433C1E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2E60C-9501-22D1-1DE0-CFB5DBDB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DB7D2-C31B-4496-806C-9C1C5A3639E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0A7412-7B0A-A119-01FA-B53FD5B4B8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5" y="28417"/>
            <a:ext cx="2286000" cy="53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5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97123-AC8F-6AC8-C61B-BE98C63A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5ACA-3786-1045-B2AA-49FF89718C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3690E-C592-2753-9349-214666A6D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7D071-B796-9E40-B233-38DC25577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BAA6-B527-46E9-AC32-996DB4857AAA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72AF7-E963-1ABD-E95F-8C1AD989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E04CD-68B7-5EB3-538C-C4F7D226F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DB7D2-C31B-4496-806C-9C1C5A3639E5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D225C25-FC37-C3C4-D379-90A6687889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5" y="28417"/>
            <a:ext cx="2286000" cy="53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12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57BFD-DD3F-87F9-AF6A-E38DDE7DC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8592A-A1BA-74F8-25CC-5BABC0E90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21BA0-21BA-80FE-398E-C48ECD9C2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F43B4-767B-543D-C326-723DCBA40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5539B-DCD7-EE5F-3DCE-E000538C3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766243-B5D1-2C8A-A98C-ABA2508F0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BAA6-B527-46E9-AC32-996DB4857AAA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7BE125-54F4-2FBF-85D4-972E5C793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E52D6-F916-7389-C0D8-B9196CD0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DB7D2-C31B-4496-806C-9C1C5A3639E5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AE607DD-907B-383A-743B-2543310B3B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5" y="28417"/>
            <a:ext cx="2286000" cy="53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707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DA7F-E70C-4F26-7CAE-67148B3D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F71915-2492-5D0F-9745-FB74DDE2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BAA6-B527-46E9-AC32-996DB4857AAA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E4C76-8BB4-F1C1-5A35-DFD6AF38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819F4-8726-71FE-36B8-53653FC4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DB7D2-C31B-4496-806C-9C1C5A3639E5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3DB1931-EECE-4734-4143-40AAD69C8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5" y="28417"/>
            <a:ext cx="2286000" cy="53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90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7F4E3-3723-1B61-E816-E7495D0C8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BAA6-B527-46E9-AC32-996DB4857AAA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BB255-D44F-9268-F02B-76DEBC5AB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BF717-7C19-2C3E-36F8-85E37309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DB7D2-C31B-4496-806C-9C1C5A3639E5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A45175A-CD98-CCE9-E59C-114B270487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5" y="28417"/>
            <a:ext cx="2286000" cy="53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53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BA4B-7E05-A0C2-B8EB-BDF3E107E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6852E-A591-1A8D-F848-895E9E080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9985B-B00C-B897-8C5F-18C017CCF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F8B13-D5A6-FC5F-0D13-CF75F07CD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BAA6-B527-46E9-AC32-996DB4857AAA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BF43E-B7B0-D286-CB1C-AB3E8D00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5ACFF-EF6B-D8F7-BE59-B2C0F58E4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DB7D2-C31B-4496-806C-9C1C5A3639E5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B8C0FC6-B4FE-0202-EDB0-21B4A8094B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5" y="28417"/>
            <a:ext cx="2286000" cy="53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4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3888-6BD6-5637-4F1B-F640CC10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1685F9-5621-EC98-C391-1AE9CEA2CD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2BE18-540D-4367-3E06-FB9977652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E533-22C7-CA6D-09F8-747CF2D7B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BAA6-B527-46E9-AC32-996DB4857AAA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585A3-793C-1C76-BEE2-F35061AAF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45BEA-AB8E-6E85-A400-701D0961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DB7D2-C31B-4496-806C-9C1C5A3639E5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FD8399E-221B-15FF-95C4-3AAF860F1F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5" y="28417"/>
            <a:ext cx="2286000" cy="53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76EF-0256-49BB-3657-41EA4AF7C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39AD6-14FB-4C68-735E-70FD64FE5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E30C3-43FA-9A49-099F-276BAB43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BAA6-B527-46E9-AC32-996DB4857AAA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EC1A2-33AB-289B-DBBC-DE904EB9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B411E-1426-3C42-6002-6BF6DC09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DB7D2-C31B-4496-806C-9C1C5A3639E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69DBF43-E79C-9C5A-5FCC-FD04F1C139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5" y="28417"/>
            <a:ext cx="2286000" cy="53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9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C9056E-B1F4-51E8-159E-2C6E8596E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DA507-22A1-88C4-495D-1861DB6A9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B8558-5BDC-C4B5-76EC-256E984B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BAA6-B527-46E9-AC32-996DB4857AAA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348D9-2D6D-2085-527E-19AC2BCC0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A0532-3CD2-80E1-5C97-491B0B07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DB7D2-C31B-4496-806C-9C1C5A3639E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1BF4BE3-122D-9B31-4A9B-473E88BC44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5" y="28417"/>
            <a:ext cx="2286000" cy="53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5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40EDA-2FBB-5072-5097-AFB87CCD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DD5DA-9501-A789-E752-043CED29C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569FB-607B-F8FF-6F1C-0D745A2DF4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8BAA6-B527-46E9-AC32-996DB4857AAA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8B8A-4D20-75D6-6D7A-B9EB544AC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509D3-1D0F-40DE-268C-66245D031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DB7D2-C31B-4496-806C-9C1C5A3639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733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88F65-0C2A-4E89-922A-08BBC4C64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23085"/>
            <a:ext cx="9144000" cy="1072197"/>
          </a:xfrm>
        </p:spPr>
        <p:txBody>
          <a:bodyPr/>
          <a:lstStyle/>
          <a:p>
            <a:r>
              <a:rPr lang="en-GB" dirty="0"/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648A8-0CF5-BCB5-FC5B-534189B5E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9840" y="3962718"/>
            <a:ext cx="9144000" cy="2458402"/>
          </a:xfrm>
        </p:spPr>
        <p:txBody>
          <a:bodyPr>
            <a:noAutofit/>
          </a:bodyPr>
          <a:lstStyle/>
          <a:p>
            <a:pPr algn="l"/>
            <a:r>
              <a:rPr lang="en-GB" sz="2000" dirty="0"/>
              <a:t>Name of Student		: </a:t>
            </a:r>
          </a:p>
          <a:p>
            <a:pPr algn="l"/>
            <a:r>
              <a:rPr lang="en-GB" sz="2000" dirty="0"/>
              <a:t>Roll No. / Registration No.	: </a:t>
            </a:r>
          </a:p>
          <a:p>
            <a:pPr algn="l"/>
            <a:r>
              <a:rPr lang="en-GB" sz="2000" dirty="0"/>
              <a:t>Department / Programme	: </a:t>
            </a:r>
          </a:p>
          <a:p>
            <a:pPr algn="l"/>
            <a:r>
              <a:rPr lang="en-GB" sz="2000" dirty="0"/>
              <a:t>Guide Name			: </a:t>
            </a:r>
          </a:p>
          <a:p>
            <a:pPr algn="l"/>
            <a:r>
              <a:rPr lang="en-GB" sz="2000" dirty="0"/>
              <a:t>Date of Submission		: </a:t>
            </a:r>
          </a:p>
          <a:p>
            <a:pPr algn="l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69715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1046-EDEB-9C90-A371-7B6BE9E8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Sustainable Development Goal (SDG)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0B828-36AA-D0D6-6D78-5EED1E4FC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Mention the specific SDG(s) relevant to the project</a:t>
            </a:r>
          </a:p>
          <a:p>
            <a:r>
              <a:rPr lang="en-GB" dirty="0"/>
              <a:t>Add the SDG number and title (e.g., SDG 9 – Industry, Innovation and Infrastructure)</a:t>
            </a:r>
          </a:p>
          <a:p>
            <a:r>
              <a:rPr lang="en-GB" dirty="0"/>
              <a:t>Briefly explain how the project aligns with this goal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0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6429D-49EA-746F-C121-EBB4ED13E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Objectives of the Project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8A1B2-FE0C-99C0-918F-6AD0B7CCC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Mention clearly stated objectives (copy-paste from the approved synopsis)</a:t>
            </a:r>
          </a:p>
          <a:p>
            <a:r>
              <a:rPr lang="en-GB" dirty="0"/>
              <a:t>Present in bullet format</a:t>
            </a:r>
          </a:p>
          <a:p>
            <a:r>
              <a:rPr lang="en-GB" dirty="0"/>
              <a:t>Keep it specific and measurable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7327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D8A10-FCB2-BDEE-2889-C38230D8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Outcome of Literature Review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5C983-BC91-BD88-ADD9-5D4568BA8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brief Summary of relevant research papers/articles referred</a:t>
            </a:r>
          </a:p>
          <a:p>
            <a:r>
              <a:rPr lang="en-GB" dirty="0"/>
              <a:t>Present key findings or gaps identified</a:t>
            </a:r>
          </a:p>
          <a:p>
            <a:r>
              <a:rPr lang="en-GB" dirty="0"/>
              <a:t>Use a table or bullet format for clarity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11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DE52-8073-80A4-C1E5-A9FCF7F0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Problem Statement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7241F-4159-4E79-E3A4-BF8E88E9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Clearly define the research problem</a:t>
            </a:r>
          </a:p>
          <a:p>
            <a:r>
              <a:rPr lang="en-GB" dirty="0"/>
              <a:t>Mention 2–3 specific investigative points</a:t>
            </a:r>
          </a:p>
          <a:p>
            <a:r>
              <a:rPr lang="en-GB" dirty="0"/>
              <a:t>Justify why this problem is relevant and important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1033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BDCA1-4DBE-AAC3-F202-6B326D9C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Research Methodology / Action Plan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4F271-ACE1-2F8D-3909-8AB3B03EF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Describe the methodology or framework used</a:t>
            </a:r>
          </a:p>
          <a:p>
            <a:r>
              <a:rPr lang="en-GB" dirty="0"/>
              <a:t>Mention data collection methods, tools, techniques, and flow work/ flow chart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014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D0CEF-DF73-9CF3-7244-F074EC38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Collection and Analysis (if applicable)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AE18C-ABA8-DF69-529B-D760E58E8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Describe what kind of data was collected and how</a:t>
            </a:r>
          </a:p>
          <a:p>
            <a:r>
              <a:rPr lang="en-GB" dirty="0"/>
              <a:t>Mention tools used (e.g., Excel, Python, SPSS etc.)</a:t>
            </a:r>
          </a:p>
          <a:p>
            <a:r>
              <a:rPr lang="en-GB" dirty="0"/>
              <a:t>Discuss testing, validation, or implementation details (as applicable)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5378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BD6B8-0856-0113-37BB-E4AC26688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Results and Discussion / Findings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192B6-A977-C98B-53C0-2093BE35F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Highlight key findings: qualitative or quantitative</a:t>
            </a:r>
          </a:p>
          <a:p>
            <a:r>
              <a:rPr lang="en-GB" dirty="0"/>
              <a:t>Compare with literature or expected outcome</a:t>
            </a:r>
          </a:p>
          <a:p>
            <a:r>
              <a:rPr lang="en-GB" dirty="0"/>
              <a:t>Include charts/graphs if any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922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83CBD-4AF9-BCAC-2219-022B05C6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4C913-2CB0-E78E-4E43-FC1317F40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Summarize the outcome and key achievements</a:t>
            </a:r>
          </a:p>
          <a:p>
            <a:r>
              <a:rPr lang="en-GB" dirty="0"/>
              <a:t>Mention if your objectives were fulfilled</a:t>
            </a:r>
          </a:p>
          <a:p>
            <a:r>
              <a:rPr lang="en-GB" dirty="0"/>
              <a:t>Highlight any interesting insight or unexpected result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2589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C274-6E73-E27F-1EAA-2BEBD9AC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Limitations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65CEC-C82D-F522-A960-C7F6E5A17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Briefly state the limitations of the study</a:t>
            </a:r>
          </a:p>
          <a:p>
            <a:r>
              <a:rPr lang="en-GB" dirty="0"/>
              <a:t>Mention any constraints faced during implementation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9627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D536F-81A9-4693-0411-8EB4CED25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Future Scope and Recommendations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748B1-26CD-D3E4-1F73-C1BB9AFF3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Suggest improvements or extensions of the work</a:t>
            </a:r>
          </a:p>
          <a:p>
            <a:r>
              <a:rPr lang="en-GB" dirty="0"/>
              <a:t>Recommend practical applications or further research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655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FFE9-3A26-15BF-0098-5D7972B6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6D23-3C4B-6705-8A4D-A51851F63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Mention important references in APA or MLA format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4374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769D-3891-FBC0-99D7-5F1B5F77D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520" y="2376805"/>
            <a:ext cx="2809240" cy="1325563"/>
          </a:xfrm>
        </p:spPr>
        <p:txBody>
          <a:bodyPr/>
          <a:lstStyle/>
          <a:p>
            <a:r>
              <a:rPr lang="en-GB" b="1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335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9</TotalTime>
  <Words>308</Words>
  <Application>Microsoft Office PowerPoint</Application>
  <PresentationFormat>Widescreen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Project Title</vt:lpstr>
      <vt:lpstr>Sustainable Development Goal (SDG)</vt:lpstr>
      <vt:lpstr>Objectives of the Project</vt:lpstr>
      <vt:lpstr>Outcome of Literature Review</vt:lpstr>
      <vt:lpstr>Problem Statement</vt:lpstr>
      <vt:lpstr>Research Methodology / Action Plan</vt:lpstr>
      <vt:lpstr>Data Collection and Analysis (if applicable)</vt:lpstr>
      <vt:lpstr>Results and Discussion / Findings</vt:lpstr>
      <vt:lpstr>Conclusion</vt:lpstr>
      <vt:lpstr>Limitations</vt:lpstr>
      <vt:lpstr>Future Scope and Recommendations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Ujjwal B. Singh [UNext]</dc:creator>
  <cp:lastModifiedBy>Royal Tamang [CDOE]</cp:lastModifiedBy>
  <cp:revision>7</cp:revision>
  <dcterms:created xsi:type="dcterms:W3CDTF">2025-06-20T11:18:47Z</dcterms:created>
  <dcterms:modified xsi:type="dcterms:W3CDTF">2025-06-29T10:50:16Z</dcterms:modified>
</cp:coreProperties>
</file>